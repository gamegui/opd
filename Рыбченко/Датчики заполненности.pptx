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6-10.svg" ContentType="image/svg+xml"/>
  <Override PartName="/ppt/media/image-6-12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Датчики заполненности мусорных контейнеров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IT-технологии могут улучшить вывоз мусора в Омске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Студент группы ПИ-262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Рыбченко Иван Владимирович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6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 переполненных контейнеров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70944"/>
            <a:ext cx="5339820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8535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Ранняя заполненность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094038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Контейнеры заполняются раньше запланированного вывоза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470944"/>
            <a:ext cx="5339919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68535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Мусор на площадке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094038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Отходы скапливаются рядом с контейнерной площадкой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533982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31671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Нет приоритетов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725392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 определить, какой контейнер нужно вывезти первым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102298"/>
            <a:ext cx="5339919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31671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Лишние поездки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725392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Мусоровозы едут по расписанию → лишние затраты топлива и времени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Почему возникает проблема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2468" y="1705372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Непредсказуемый объём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2468" y="2179241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Количество мусора меняется по дням недели и сезонам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2468" y="2904728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Плотная застройка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32468" y="3378597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Рядом магазины, кафе, общежития, многоэтажки — нагрузка высокая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2468" y="4104084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Фиксированный график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32468" y="4577953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Расписание вывоза не учитывает реальную заполненность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32468" y="5303441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Нет данных в реальном времени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32468" y="5777309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Коммунальные службы не знают о состоянии контейнеров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IT-решение: Умный мусорный контейнер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3654135" cy="3654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52538" y="2307332"/>
            <a:ext cx="69839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работы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859613" y="2508052"/>
            <a:ext cx="315537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Датчик расстояния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59613" y="2702917"/>
            <a:ext cx="315537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Установлен внутри контейнера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381096" y="2508052"/>
            <a:ext cx="315537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Измерение уровня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381096" y="2702917"/>
            <a:ext cx="315537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Регулярная фиксация заполненности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859613" y="2910780"/>
            <a:ext cx="315537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Передача данных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859613" y="3105646"/>
            <a:ext cx="315537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Через мобильную сеть на сервер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381096" y="2910780"/>
            <a:ext cx="315537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Анализ и уведомление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81096" y="3105646"/>
            <a:ext cx="315537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оповещает диспетчера → мусоровоз выезжает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21" y="4699397"/>
            <a:ext cx="10779153" cy="46482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31583" y="846620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Сервер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431583" y="7390199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Интернет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431583" y="6325061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Датчик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1431583" y="5249055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Контейнер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с несколькими датчиками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повышения точности и надежности измерения уровня заполненности мусорного контейнера предлагается использовать несколько датчиков расстояния, расположенных на разной высоте.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5826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8616" y="1994560"/>
            <a:ext cx="1756344" cy="60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Верхний датчик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18616" y="2682658"/>
            <a:ext cx="1756344" cy="72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Измеряет уровень у крышки для раннего обнаружения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8616" y="4572916"/>
            <a:ext cx="1756344" cy="60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Нижний датчик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8616" y="5261013"/>
            <a:ext cx="1756344" cy="542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Отслеживает остаточный мусор у дна для точности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07566" y="3536755"/>
            <a:ext cx="1756343" cy="602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Средний датчик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507566" y="4224851"/>
            <a:ext cx="1756343" cy="72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Контролирует основную зону заполнения контейнера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955532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датчик измеряет расстояние до отходов, находящихся под ним. Использование нескольких датчиков значительно повышает точность и надежность измерения уровня заполненности контейнера, позволяя получать более полную картину и принимать более обоснованные решения.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926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Используемые IT-технологии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367631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30242" y="1536402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184" y="1670348"/>
            <a:ext cx="219268" cy="219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0242" y="2163167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30242" y="2500709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Подключение физических объектов к интернету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65597" y="1367631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334363" y="1536402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8305" y="1670348"/>
            <a:ext cx="219268" cy="219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4363" y="2163167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Датчики расстояния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34363" y="2500709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Определение уровня заполненности контейнера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1475" y="3050580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0242" y="3219351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184" y="3353296"/>
            <a:ext cx="219268" cy="219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242" y="3846116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LPWAN / мобильная связь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0242" y="4183658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Передача данных с минимальным энергопотреблением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65597" y="3050580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334363" y="3219351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8305" y="3353296"/>
            <a:ext cx="219268" cy="219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4363" y="3846116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Облачный сервер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334363" y="4183658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Хранение и анализ информации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1475" y="4733528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830242" y="4902299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184" y="5036245"/>
            <a:ext cx="219268" cy="2192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0242" y="5529064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Веб-панель диспетчера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830242" y="5866606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маршрутами на карте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65597" y="4733528"/>
            <a:ext cx="5364624" cy="1543447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6334363" y="4902299"/>
            <a:ext cx="487251" cy="487263"/>
          </a:xfrm>
          <a:prstGeom prst="ellipse">
            <a:avLst/>
          </a:prstGeom>
          <a:solidFill>
            <a:srgbClr val="1B1B27"/>
          </a:solidFill>
          <a:ln/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8305" y="5036245"/>
            <a:ext cx="219268" cy="21927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4363" y="5529064"/>
            <a:ext cx="50270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Мобильное приложение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334363" y="5866606"/>
            <a:ext cx="502709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сотрудников и водителей мусоровозов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Защита от ложных срабатываний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Проблема: Ложное срабатывание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33872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506170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Человек бросает длинную палку в контейнер. Палка упирается рядом с одним из датчиков.           Этот датчик показывает 90% заполненности, но на самом деле контейнер почти пуст.         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Решение: Анализ показаний нескольких датчиков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112801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Система получает показания от всех трех датчиков, сравнивает их и анализирует разницу:         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1283891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Датчик №1 — 90%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Датчик №2 — 25%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Датчик №3 — 20%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17487" y="1699518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Система обнаруживает, что показания значительно отличаются, поэтому           автоматически НЕ создает запрос на вывоз мусора.           Система также выполняет повторные измерения через определенный интервал времени,           чтобы подтвердить фактический уровень заполнения.         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Такой подход предотвращает лишние поездки мусоровозов и оптимизирует работу.         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12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Как работает система на практике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61475" y="1497806"/>
            <a:ext cx="6918350" cy="887413"/>
          </a:xfrm>
          <a:prstGeom prst="roundRect">
            <a:avLst>
              <a:gd name="adj" fmla="val 8107"/>
            </a:avLst>
          </a:prstGeom>
          <a:solidFill>
            <a:srgbClr val="E1E1EA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2" y="1729978"/>
            <a:ext cx="214109" cy="1712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8078" y="1680270"/>
            <a:ext cx="619050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Пример: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Контейнер заполнен на 85% — система автоматически инициирует вывоз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559844"/>
            <a:ext cx="691835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Панель диспетчера: карта Омска с контейнерами, обозначенными по уровню заполненности —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зелёный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39C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жёлтый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красный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396655"/>
            <a:ext cx="3519399" cy="51385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292690" y="3492996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2722" y="4065687"/>
            <a:ext cx="3176905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Датчик фиксирует уровень заполнения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36049" y="3396655"/>
            <a:ext cx="3519499" cy="51385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67362" y="3492996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07296" y="4065687"/>
            <a:ext cx="31770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Данные поступают на сервер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10721" y="3396655"/>
            <a:ext cx="3519499" cy="51385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42035" y="3492996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181969" y="4065687"/>
            <a:ext cx="317700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определяет необходимость вывоза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61475" y="4927302"/>
            <a:ext cx="3519399" cy="51385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292690" y="5023644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2722" y="5596334"/>
            <a:ext cx="3176905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Диспетчер получает уведомление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4336049" y="4927302"/>
            <a:ext cx="3519499" cy="51385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67362" y="5023644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07296" y="5596334"/>
            <a:ext cx="317700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Мусоровоз включается в маршрут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06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Алгоритм определения заполненности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939330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77600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Подтвердить сбор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77600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Повторить измерение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9288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Отклонение?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92885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Сравнить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77600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Снять данные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69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Преимущества внедрения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61059"/>
            <a:ext cx="10868745" cy="2493367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7825" y="2767409"/>
            <a:ext cx="3618616" cy="1391543"/>
          </a:xfrm>
          <a:custGeom>
            <a:avLst/>
            <a:gdLst/>
            <a:ahLst/>
            <a:cxnLst/>
            <a:rect l="l" t="t" r="r" b="b"/>
            <a:pathLst>
              <a:path w="3618616" h="1391543">
                <a:moveTo>
                  <a:pt x="66156" y="0"/>
                </a:moveTo>
                <a:lnTo>
                  <a:pt x="3618616" y="0"/>
                </a:lnTo>
                <a:lnTo>
                  <a:pt x="3618616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56832" y="2956421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Меньше переполнений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65103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Контейнеры вывозятся до критического уровня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767409"/>
            <a:ext cx="3618715" cy="1391543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286440" y="276740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75447" y="295642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Эффективные маршруты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5447" y="336510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Мусоровозы едут только туда, где нужно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767409"/>
            <a:ext cx="3618715" cy="1391543"/>
          </a:xfrm>
          <a:custGeom>
            <a:avLst/>
            <a:gdLst/>
            <a:ahLst/>
            <a:cxnLst/>
            <a:rect l="l" t="t" r="r" b="b"/>
            <a:pathLst>
              <a:path w="3618715" h="1391543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905155" y="2767409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94162" y="2956421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Экономия ресурсов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4162" y="3365103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Сокращение затрат топлива и рабочего времени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7825" y="415895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7825" y="415895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6832" y="434796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Единый контроль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56832" y="475664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данные — в одном приложении для диспетчера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158952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22966"/>
                </a:lnTo>
                <a:arcTo hR="66158" wR="66156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95848" y="4158952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095848" y="4158952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84854" y="434796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Аналитика и статистика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284854" y="4756646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Накопление данных для оптимизации маршрутов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7743"/>
            <a:ext cx="3532397" cy="35324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8120" y="2307332"/>
            <a:ext cx="69183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Итог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8120" y="2730103"/>
            <a:ext cx="6918350" cy="144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Проблему переполненных контейнеров можно решить с помощью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 и автоматизированного мониторинга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Датчики позволяют получать информацию о состоянии контейнеров в реальном времени, а программное обеспечение помогает коммунальным службам принимать обоснованные решения о вывозе мусора.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349478"/>
            <a:ext cx="3519399" cy="983456"/>
          </a:xfrm>
          <a:prstGeom prst="roundRect">
            <a:avLst>
              <a:gd name="adj" fmla="val 73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39072" y="5527080"/>
            <a:ext cx="3164205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Датчики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9072" y="5894090"/>
            <a:ext cx="31642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Реальные данные о заполненности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6049" y="5349478"/>
            <a:ext cx="3519499" cy="983456"/>
          </a:xfrm>
          <a:prstGeom prst="roundRect">
            <a:avLst>
              <a:gd name="adj" fmla="val 73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13646" y="5527080"/>
            <a:ext cx="3164304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☁️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Сервер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13646" y="5894090"/>
            <a:ext cx="31643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и уведомления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10721" y="5349478"/>
            <a:ext cx="3519499" cy="983456"/>
          </a:xfrm>
          <a:prstGeom prst="roundRect">
            <a:avLst>
              <a:gd name="adj" fmla="val 731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188319" y="5527080"/>
            <a:ext cx="3164304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🚛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Результат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188319" y="5894090"/>
            <a:ext cx="316430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Чистый город, меньше затрат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2026-09-17T18:23:48Z</dcterms:created>
  <dcterms:modified xsi:type="dcterms:W3CDTF">2026-09-17T18:23:48Z</dcterms:modified>
</cp:coreProperties>
</file>