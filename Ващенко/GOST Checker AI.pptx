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2962166" y="2630190"/>
            <a:ext cx="6267569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GOST Checker 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517650" y="3661370"/>
            <a:ext cx="915670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Интеллектуальная система проверки оформления учебных работ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4304" y="59284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ПИ-262 Ващенко Роман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Проблема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0486" y="1671241"/>
            <a:ext cx="10848086" cy="158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Студенты часто допускают ошибки в оформлении: заголовки, поля, шрифты, нумерация страниц, список литературы</a:t>
            </a:r>
            <a:endParaRPr lang="en-US" sz="2200" dirty="0"/>
          </a:p>
          <a:p>
            <a:pPr algn="l" marL="226314" indent="-2263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Даже при хорошем содержании оценка может быть снижена из-за оформления</a:t>
            </a:r>
            <a:endParaRPr lang="en-US" sz="2200" dirty="0"/>
          </a:p>
          <a:p>
            <a:pPr algn="l" marL="226314" indent="-2263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Поиск таких ошибок занимает много времени и у студентов, и у преподавателей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Решение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0486" y="1671241"/>
            <a:ext cx="10848086" cy="198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314" indent="-2263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Система GOST Checker AI</a:t>
            </a:r>
            <a:endParaRPr lang="en-US" sz="2200" dirty="0"/>
          </a:p>
          <a:p>
            <a:pPr algn="l" marL="226314" indent="-2263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Пользователь загружает документ в формате DOCX или PDF</a:t>
            </a:r>
            <a:endParaRPr lang="en-US" sz="2200" dirty="0"/>
          </a:p>
          <a:p>
            <a:pPr algn="l" marL="226314" indent="-2263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Система автоматически анализирует структуру и оформление</a:t>
            </a:r>
            <a:endParaRPr lang="en-US" sz="2200" dirty="0"/>
          </a:p>
          <a:p>
            <a:pPr algn="l" marL="226314" indent="-2263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По требованиям ГОСТ и правилам вуза формируется отчёт с ошибками и рекомендациями по исправлению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Монетизация и преимущества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71241"/>
            <a:ext cx="5127752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Монетизация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4710" y="2219821"/>
            <a:ext cx="507822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2090" indent="-2120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Клиенты: университеты, колледжи, образовательные организации</a:t>
            </a:r>
            <a:endParaRPr lang="en-US" sz="2000" dirty="0"/>
          </a:p>
          <a:p>
            <a:pPr algn="l" marL="212090" indent="-2120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Продажа лицензий учебным заведениям</a:t>
            </a:r>
            <a:endParaRPr lang="en-US" sz="2000" dirty="0"/>
          </a:p>
          <a:p>
            <a:pPr algn="l" marL="212090" indent="-2120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Подписка на сервис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0" y="1671241"/>
            <a:ext cx="5127752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Преимущества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42710" y="2219821"/>
            <a:ext cx="507822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2090" indent="-2120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Экономия времени преподавателей</a:t>
            </a:r>
            <a:endParaRPr lang="en-US" sz="2000" dirty="0"/>
          </a:p>
          <a:p>
            <a:pPr algn="l" marL="212090" indent="-2120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Меньше ошибок в работах студентов</a:t>
            </a:r>
            <a:endParaRPr lang="en-US" sz="2000" dirty="0"/>
          </a:p>
          <a:p>
            <a:pPr algn="l" marL="212090" indent="-2120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Адаптация под требования конкретного учебного заведения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ST Checker AI">
  <a:themeElements>
    <a:clrScheme name="GOST Checker AI">
      <a:dk1>
        <a:srgbClr val="000000"/>
      </a:dk1>
      <a:lt1>
        <a:srgbClr val="FFFFFF"/>
      </a:lt1>
      <a:dk2>
        <a:srgbClr val="404040"/>
      </a:dk2>
      <a:lt2>
        <a:srgbClr val="E6E6E6"/>
      </a:lt2>
      <a:accent1>
        <a:srgbClr val="9AA0A6"/>
      </a:accent1>
      <a:accent2>
        <a:srgbClr val="666666"/>
      </a:accent2>
      <a:accent3>
        <a:srgbClr val="8C8C8C"/>
      </a:accent3>
      <a:accent4>
        <a:srgbClr val="B3B3B3"/>
      </a:accent4>
      <a:accent5>
        <a:srgbClr val="CCCCCC"/>
      </a:accent5>
      <a:accent6>
        <a:srgbClr val="262626"/>
      </a:accent6>
      <a:hlink>
        <a:srgbClr val="0563C1"/>
      </a:hlink>
      <a:folHlink>
        <a:srgbClr val="954F72"/>
      </a:folHlink>
    </a:clrScheme>
    <a:fontScheme name="GOST Checker AI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GOST Checker AI</dc:title>
  <dc:subject/>
  <dc:creator/>
  <cp:lastModifiedBy/>
  <cp:revision>1</cp:revision>
  <dcterms:created xsi:type="dcterms:W3CDTF">2026-10-14T13:29:28Z</dcterms:created>
  <dcterms:modified xsi:type="dcterms:W3CDTF">2026-10-14T13:29:28Z</dcterms:modified>
</cp:coreProperties>
</file>