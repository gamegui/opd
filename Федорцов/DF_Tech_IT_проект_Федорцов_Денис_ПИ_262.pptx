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29"/>
  </p:normalViewPr>
  <p:slideViewPr>
    <p:cSldViewPr snapToGrid="0" snapToObjects="1">
      <p:cViewPr varScale="1">
        <p:scale>
          <a:sx n="108" d="100"/>
          <a:sy n="108" d="100"/>
        </p:scale>
        <p:origin x="76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9436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A90FF"/>
                </a:solidFill>
                <a:latin typeface="Aptos"/>
              </a:rPr>
              <a:t>IT-ПРОЕКТ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6400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5F7FA"/>
                </a:solidFill>
                <a:latin typeface="Aptos"/>
              </a:rPr>
              <a:t>D&amp;F 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9601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F5F7FA"/>
                </a:solidFill>
                <a:latin typeface="Aptos"/>
              </a:rPr>
              <a:t>Цифровая платформа
для подбора и обслуживания ПК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94760"/>
            <a:ext cx="7772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A5AEBC"/>
                </a:solidFill>
                <a:latin typeface="Aptos"/>
              </a:rPr>
              <a:t>Конфигуратор • совместимость • рекомендации • сервис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349240"/>
            <a:ext cx="3657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Федорцов Денис
ПИ-262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5440680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0">
                <a:solidFill>
                  <a:srgbClr val="A5AEBC"/>
                </a:solidFill>
                <a:latin typeface="Aptos"/>
              </a:rPr>
              <a:t>Проект нового IT-продукта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A90FF"/>
                </a:solidFill>
                <a:latin typeface="Aptos"/>
              </a:rPr>
              <a:t>01 / ПРОБЛЕМА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Выбор комплектующих стал слишком сложным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9319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5AEBC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A5AEBC"/>
                </a:solidFill>
                <a:latin typeface="Aptos"/>
              </a:rPr>
              <a:t>Количество компонентов и вариантов растёт, а обычному пользователю сложно понять, что действительно подходит именно ему.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60320"/>
            <a:ext cx="3429000" cy="2468880"/>
          </a:xfrm>
          <a:prstGeom prst="roundRect">
            <a:avLst/>
          </a:prstGeom>
          <a:solidFill>
            <a:srgbClr val="13171F"/>
          </a:solidFill>
          <a:ln>
            <a:solidFill>
              <a:srgbClr val="131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560320"/>
            <a:ext cx="54864" cy="2468880"/>
          </a:xfrm>
          <a:prstGeom prst="rect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761488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Сложно выбрать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46120"/>
            <a:ext cx="30175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5AEBC"/>
                </a:solidFill>
                <a:latin typeface="Aptos"/>
              </a:rPr>
              <a:t>Сотни моделей процессоров, видеокарт, плат, памяти и накопителей.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560320"/>
            <a:ext cx="3429000" cy="2468880"/>
          </a:xfrm>
          <a:prstGeom prst="roundRect">
            <a:avLst/>
          </a:prstGeom>
          <a:solidFill>
            <a:srgbClr val="13171F"/>
          </a:solidFill>
          <a:ln>
            <a:solidFill>
              <a:srgbClr val="131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2560320"/>
            <a:ext cx="54864" cy="2468880"/>
          </a:xfrm>
          <a:prstGeom prst="rect">
            <a:avLst/>
          </a:prstGeom>
          <a:solidFill>
            <a:srgbClr val="5BD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2761488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Риск ошибки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246120"/>
            <a:ext cx="30175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5AEBC"/>
                </a:solidFill>
                <a:latin typeface="Aptos"/>
              </a:rPr>
              <a:t>Несовместимые компоненты, недостаточная мощность или неоптимальная конфигурация.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560320"/>
            <a:ext cx="3429000" cy="2468880"/>
          </a:xfrm>
          <a:prstGeom prst="roundRect">
            <a:avLst/>
          </a:prstGeom>
          <a:solidFill>
            <a:srgbClr val="13171F"/>
          </a:solidFill>
          <a:ln>
            <a:solidFill>
              <a:srgbClr val="131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2560320"/>
            <a:ext cx="54864" cy="2468880"/>
          </a:xfrm>
          <a:prstGeom prst="rect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2761488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Переплата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246120"/>
            <a:ext cx="30175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5AEBC"/>
                </a:solidFill>
                <a:latin typeface="Aptos"/>
              </a:rPr>
              <a:t>Можно купить более дорогие комплектующие, не получив реальной пользы.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6235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5F7FA"/>
                </a:solidFill>
                <a:latin typeface="Aptos"/>
              </a:rPr>
              <a:t>Как автоматически помочь человеку собрать оптимальный ПК под его задачи и бюджет?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A90FF"/>
                </a:solidFill>
                <a:latin typeface="Aptos"/>
              </a:rPr>
              <a:t>02 / РЕШЕНИЕ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Одна платформа вместо самостоятельного поиска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9319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5AEBC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A5AEBC"/>
                </a:solidFill>
                <a:latin typeface="Aptos"/>
              </a:rPr>
              <a:t>Пользователь указывает бюджет и задачи, а система формирует подходящую конфигурацию.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23160"/>
            <a:ext cx="3429000" cy="2697480"/>
          </a:xfrm>
          <a:prstGeom prst="roundRect">
            <a:avLst/>
          </a:prstGeom>
          <a:solidFill>
            <a:srgbClr val="13171F"/>
          </a:solidFill>
          <a:ln>
            <a:solidFill>
              <a:srgbClr val="131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423160"/>
            <a:ext cx="54864" cy="2697480"/>
          </a:xfrm>
          <a:prstGeom prst="rect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624328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1. Требования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08960"/>
            <a:ext cx="3017520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5AEBC"/>
                </a:solidFill>
                <a:latin typeface="Aptos"/>
              </a:rPr>
              <a:t>Бюджет
Игры / работа / 3D / программирование
Желаемая производительность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423160"/>
            <a:ext cx="3429000" cy="2697480"/>
          </a:xfrm>
          <a:prstGeom prst="roundRect">
            <a:avLst/>
          </a:prstGeom>
          <a:solidFill>
            <a:srgbClr val="13171F"/>
          </a:solidFill>
          <a:ln>
            <a:solidFill>
              <a:srgbClr val="131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2423160"/>
            <a:ext cx="54864" cy="2697480"/>
          </a:xfrm>
          <a:prstGeom prst="rect">
            <a:avLst/>
          </a:prstGeom>
          <a:solidFill>
            <a:srgbClr val="5BD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2624328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2. Алгоритм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108960"/>
            <a:ext cx="3017520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5AEBC"/>
                </a:solidFill>
                <a:latin typeface="Aptos"/>
              </a:rPr>
              <a:t>Подбор компонентов
Проверка совместимости
Оценка баланса системы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423160"/>
            <a:ext cx="3429000" cy="2697480"/>
          </a:xfrm>
          <a:prstGeom prst="roundRect">
            <a:avLst/>
          </a:prstGeom>
          <a:solidFill>
            <a:srgbClr val="13171F"/>
          </a:solidFill>
          <a:ln>
            <a:solidFill>
              <a:srgbClr val="131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2423160"/>
            <a:ext cx="54864" cy="2697480"/>
          </a:xfrm>
          <a:prstGeom prst="rect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2624328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3. Результат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108960"/>
            <a:ext cx="3017520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5AEBC"/>
                </a:solidFill>
                <a:latin typeface="Aptos"/>
              </a:rPr>
              <a:t>Готовая конфигурация
Стоимость
Обоснование выбора
Возможность заказа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150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5F7FA"/>
                </a:solidFill>
                <a:latin typeface="Aptos"/>
              </a:rPr>
              <a:t>Главная идея — не просто показать каталог, а помочь принять решение.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A90FF"/>
                </a:solidFill>
                <a:latin typeface="Aptos"/>
              </a:rPr>
              <a:t>03 / ФУНКЦИОНАЛ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Что умеет цифровая платформа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9319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5AEBC"/>
                </a:solidFill>
                <a:latin typeface="Aptos"/>
              </a:rP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429000" cy="1691640"/>
          </a:xfrm>
          <a:prstGeom prst="roundRect">
            <a:avLst/>
          </a:prstGeom>
          <a:solidFill>
            <a:srgbClr val="13171F"/>
          </a:solidFill>
          <a:ln>
            <a:solidFill>
              <a:srgbClr val="131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54864" cy="1691640"/>
          </a:xfrm>
          <a:prstGeom prst="rect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09928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Конфигуратор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3017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5AEBC"/>
                </a:solidFill>
                <a:latin typeface="Aptos"/>
              </a:rPr>
              <a:t>Сборка ПК из совместимых компонентов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08760"/>
            <a:ext cx="3429000" cy="1691640"/>
          </a:xfrm>
          <a:prstGeom prst="roundRect">
            <a:avLst/>
          </a:prstGeom>
          <a:solidFill>
            <a:srgbClr val="13171F"/>
          </a:solidFill>
          <a:ln>
            <a:solidFill>
              <a:srgbClr val="131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508760"/>
            <a:ext cx="54864" cy="1691640"/>
          </a:xfrm>
          <a:prstGeom prst="rect">
            <a:avLst/>
          </a:prstGeom>
          <a:solidFill>
            <a:srgbClr val="5BD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709928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Подбор по бюджету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194560"/>
            <a:ext cx="3017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5AEBC"/>
                </a:solidFill>
                <a:latin typeface="Aptos"/>
              </a:rPr>
              <a:t>Автоматическое формирование вариантов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1508760"/>
            <a:ext cx="3429000" cy="1691640"/>
          </a:xfrm>
          <a:prstGeom prst="roundRect">
            <a:avLst/>
          </a:prstGeom>
          <a:solidFill>
            <a:srgbClr val="13171F"/>
          </a:solidFill>
          <a:ln>
            <a:solidFill>
              <a:srgbClr val="131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59" y="1508760"/>
            <a:ext cx="54864" cy="1691640"/>
          </a:xfrm>
          <a:prstGeom prst="rect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66759" y="1709928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Совместимость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9" y="2194560"/>
            <a:ext cx="3017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5AEBC"/>
                </a:solidFill>
                <a:latin typeface="Aptos"/>
              </a:rPr>
              <a:t>Проверка сокета, памяти, питания и других параметров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66160"/>
            <a:ext cx="3429000" cy="1691640"/>
          </a:xfrm>
          <a:prstGeom prst="roundRect">
            <a:avLst/>
          </a:prstGeom>
          <a:solidFill>
            <a:srgbClr val="13171F"/>
          </a:solidFill>
          <a:ln>
            <a:solidFill>
              <a:srgbClr val="131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3566160"/>
            <a:ext cx="54864" cy="1691640"/>
          </a:xfrm>
          <a:prstGeom prst="rect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767328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Сравнение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251960"/>
            <a:ext cx="3017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5AEBC"/>
                </a:solidFill>
                <a:latin typeface="Aptos"/>
              </a:rPr>
              <a:t>Характеристики и производительность компонентов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566160"/>
            <a:ext cx="3429000" cy="1691640"/>
          </a:xfrm>
          <a:prstGeom prst="roundRect">
            <a:avLst/>
          </a:prstGeom>
          <a:solidFill>
            <a:srgbClr val="13171F"/>
          </a:solidFill>
          <a:ln>
            <a:solidFill>
              <a:srgbClr val="131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89120" y="3566160"/>
            <a:ext cx="54864" cy="1691640"/>
          </a:xfrm>
          <a:prstGeom prst="rect">
            <a:avLst/>
          </a:prstGeom>
          <a:solidFill>
            <a:srgbClr val="5BD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17720" y="3767328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Личный кабинет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251960"/>
            <a:ext cx="3017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5AEBC"/>
                </a:solidFill>
                <a:latin typeface="Aptos"/>
              </a:rPr>
              <a:t>Заказы, сборки и история обращений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59" y="3566160"/>
            <a:ext cx="3429000" cy="1691640"/>
          </a:xfrm>
          <a:prstGeom prst="roundRect">
            <a:avLst/>
          </a:prstGeom>
          <a:solidFill>
            <a:srgbClr val="13171F"/>
          </a:solidFill>
          <a:ln>
            <a:solidFill>
              <a:srgbClr val="131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38159" y="3566160"/>
            <a:ext cx="54864" cy="1691640"/>
          </a:xfrm>
          <a:prstGeom prst="rect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66759" y="3767328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Сервис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59" y="4251960"/>
            <a:ext cx="3017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5AEBC"/>
                </a:solidFill>
                <a:latin typeface="Aptos"/>
              </a:rPr>
              <a:t>Запись на диагностику, ремонт и обслуживание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A90FF"/>
                </a:solidFill>
                <a:latin typeface="Aptos"/>
              </a:rPr>
              <a:t>05 / ПЕРСПЕКТИВА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От прототипа — к полноценной экосистеме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9319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5AEBC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A90FF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Прототип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42032"/>
            <a:ext cx="2240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5AEBC"/>
                </a:solidFill>
                <a:latin typeface="Aptos"/>
              </a:rPr>
              <a:t>Конфигуратор и база компонентов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5740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A5AEBC"/>
                </a:solidFill>
                <a:latin typeface="Aptos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50876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BDBA7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965960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Платформа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542032"/>
            <a:ext cx="2240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5AEBC"/>
                </a:solidFill>
                <a:latin typeface="Aptos"/>
              </a:rPr>
              <a:t>Личный кабинет, заказы и сервис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205740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A5AEBC"/>
                </a:solidFill>
                <a:latin typeface="Aptos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50876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A90FF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965960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Интеллект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542032"/>
            <a:ext cx="2240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5AEBC"/>
                </a:solidFill>
                <a:latin typeface="Aptos"/>
              </a:rPr>
              <a:t>Умные рекомендации и AI-консультант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05740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A5AEBC"/>
                </a:solidFill>
                <a:latin typeface="Aptos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39" y="150876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BDBA7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39" y="1965960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Экосистема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39" y="2542032"/>
            <a:ext cx="2240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5AEBC"/>
                </a:solidFill>
                <a:latin typeface="Aptos"/>
              </a:rPr>
              <a:t>Магазины, сервисы и мобильное приложение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977639"/>
            <a:ext cx="10607040" cy="1417320"/>
          </a:xfrm>
          <a:prstGeom prst="roundRect">
            <a:avLst/>
          </a:prstGeom>
          <a:solidFill>
            <a:srgbClr val="13171F"/>
          </a:solidFill>
          <a:ln>
            <a:solidFill>
              <a:srgbClr val="131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3977639"/>
            <a:ext cx="54864" cy="1417320"/>
          </a:xfrm>
          <a:prstGeom prst="rect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4178807"/>
            <a:ext cx="10195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Цель проекта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663440"/>
            <a:ext cx="101955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5AEBC"/>
                </a:solidFill>
                <a:latin typeface="Aptos"/>
              </a:rPr>
              <a:t>Создать цифровой сервис, который делает подбор компьютерной техники понятным, быстрым и персонализированным.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9893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5AEBC"/>
                </a:solidFill>
                <a:latin typeface="Aptos"/>
              </a:rPr>
              <a:t>Федорцов Денис • ПИ-262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291</Words>
  <Application>Microsoft Macintosh PowerPoint</Application>
  <PresentationFormat>Широкоэкранный</PresentationFormat>
  <Paragraphs>64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Денис Федорцов</cp:lastModifiedBy>
  <cp:revision>2</cp:revision>
  <dcterms:created xsi:type="dcterms:W3CDTF">2013-01-27T09:14:16Z</dcterms:created>
  <dcterms:modified xsi:type="dcterms:W3CDTF">2026-10-08T14:22:17Z</dcterms:modified>
  <cp:category/>
</cp:coreProperties>
</file>